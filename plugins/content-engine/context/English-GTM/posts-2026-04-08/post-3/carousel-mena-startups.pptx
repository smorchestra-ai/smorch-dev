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 of MENA</a:t>
            </a:r>
            <a:endParaRPr lang="en-US" sz="5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Startups Fail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reason? Wrong go-to-market.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4023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(How to fix it with micro-SaaS + SEO)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828800" y="5029200"/>
            <a:ext cx="3200400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200400"/>
            <a:ext cx="2286000" cy="45720"/>
          </a:xfrm>
          <a:prstGeom prst="rect">
            <a:avLst/>
          </a:prstGeom>
          <a:solidFill>
            <a:srgbClr val="FF66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097280"/>
            <a:ext cx="54864" cy="2286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0972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Wrong GTM kills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startups than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bad product.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657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bad code. Not bad team.</a:t>
            </a:r>
            <a:endParaRPr lang="en-US" sz="2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go-to-market strategy.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560320" cy="146304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166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in MENA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49040" y="5029200"/>
            <a:ext cx="2560320" cy="146304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5166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749040" y="5943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globally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834640" y="68580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compete.</a:t>
            </a:r>
            <a:endParaRPr lang="en-US" sz="3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Localize.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model that works globally.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it for MENA.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translation.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understanding.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Arabic-first content.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SEO competition is</a:t>
            </a:r>
            <a:endParaRPr lang="en-US" sz="18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lower than English.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286000" y="6400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1005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"Alternatives" pages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your sales team.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searches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"alternatives to [competitor]"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ready to buy.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intent than any cold email.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Arabic, most of these pages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exist yet.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286000" y="6583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1005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for AI,</a:t>
            </a:r>
            <a:endParaRPr lang="en-US" sz="3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just Google.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2560320"/>
            <a:ext cx="59436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SEO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pages by keywords.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Competition-driven. Pay-to-play.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59436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160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SEO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45262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authorities.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Trust-driven. Credibility wins.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56692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trusted source AI pulls from.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Deepest content in your niche =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surfaces you first.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2286000" y="713232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with one</a:t>
            </a:r>
            <a:endParaRPr lang="en-US" sz="3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micro-SaaS.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2560320"/>
            <a:ext cx="59436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560320"/>
            <a:ext cx="54864" cy="96012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560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micro-SaaS doing $100K/year globally.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57200" y="3749040"/>
            <a:ext cx="59436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3749040"/>
            <a:ext cx="54864" cy="96012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7490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it for the region.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0"/>
          <p:cNvSpPr/>
          <p:nvPr/>
        </p:nvSpPr>
        <p:spPr>
          <a:xfrm>
            <a:off x="457200" y="4937760"/>
            <a:ext cx="54864" cy="96012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206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9377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capability. Total SEO dominance.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457200" y="6126480"/>
            <a:ext cx="59436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3"/>
          <p:cNvSpPr/>
          <p:nvPr/>
        </p:nvSpPr>
        <p:spPr>
          <a:xfrm>
            <a:off x="457200" y="6126480"/>
            <a:ext cx="54864" cy="96012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30936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61264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founder. No funding needed.</a:t>
            </a:r>
            <a:endParaRPr lang="en-US" sz="18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2286000" y="71323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4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not building</a:t>
            </a:r>
            <a:endParaRPr lang="en-US" sz="4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something new.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building something proven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market that's still wide open.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5212080"/>
            <a:ext cx="2743200" cy="457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486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copying Silicon Valley.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building for your region.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286000" y="68580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me "MENA"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457200" y="2926080"/>
            <a:ext cx="5943600" cy="256032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31089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send you the list of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micro-SaaS categories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zero Arabic competition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proven global demand.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035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P.S.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tool you use daily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has zero Arabic alternative?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5029200" y="68580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Follow and Share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Mamoun</a:t>
            </a:r>
            <a:endParaRPr lang="en-US" sz="5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Alamouri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7200" y="4846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content like this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53949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post about AI, Sales, &amp; Marketing that works.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286000" y="6217920"/>
            <a:ext cx="2286000" cy="457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Shape 5"/>
          <p:cNvSpPr/>
          <p:nvPr/>
        </p:nvSpPr>
        <p:spPr>
          <a:xfrm>
            <a:off x="1828800" y="658368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6583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0" y="658368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6583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57600" y="658368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6583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0" y="658368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6583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90% of MENA Startups Fail - GTM Strategy</dc:title>
  <dc:subject>PptxGenJS Presentation</dc:subject>
  <dc:creator>Mamoun Alamouri</dc:creator>
  <cp:lastModifiedBy>Mamoun Alamouri</cp:lastModifiedBy>
  <cp:revision>1</cp:revision>
  <dcterms:created xsi:type="dcterms:W3CDTF">2026-04-08T11:26:44Z</dcterms:created>
  <dcterms:modified xsi:type="dcterms:W3CDTF">2026-04-08T11:26:44Z</dcterms:modified>
</cp:coreProperties>
</file>